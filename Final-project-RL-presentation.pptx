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f146b347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f146b347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d9514ead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d9514ead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f146b34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f146b34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f146b347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f146b347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f146b347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f146b347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f146b347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f146b347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d9514ead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d9514ead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d9514ead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d9514ead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f146b347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f146b347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f146b347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f146b347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f146b347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f146b347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f146b347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f146b347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lUiqgBddV_CpLVdWGlCWBTlLW8j4Y-e0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dBWJLTJ02pSDqv4nt8YU9nOVF3ysz-He/vie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Final project - Melody harmonization through RL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Manuel Lallana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Paper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RL-Chord: CLSTM-Based Melody Harmonization Using Deep Reinforcement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Shulei Ji; Xinyu Yang; Jing Luo; Juan Li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Motivation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Reproduce the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Apply my own harmonic rules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Trying different hyperparameters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flow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Set key </a:t>
            </a:r>
            <a:r>
              <a:rPr b="1" lang="es" sz="2000"/>
              <a:t>hyperparameters</a:t>
            </a:r>
            <a:r>
              <a:rPr lang="es" sz="2000"/>
              <a:t> (e.g., gamma, alpha, batch size, etc.).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Load </a:t>
            </a:r>
            <a:r>
              <a:rPr b="1" lang="es" sz="2000"/>
              <a:t>training and testing data</a:t>
            </a:r>
            <a:r>
              <a:rPr lang="es" sz="2000"/>
              <a:t> composed of melody-chord pairings.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 sz="2000"/>
              <a:t>For every batch:</a:t>
            </a:r>
            <a:endParaRPr b="1"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The model receives a batch of melody and chord data and produces outputs.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An error (loss) is computed by comparing the output to the ground-truth chords.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A reward is generated based on the error and music theory rules (e.g., interval consonance, avoiding excessive repetition).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s" sz="2000"/>
              <a:t>Action Sampling:</a:t>
            </a:r>
            <a:endParaRPr b="1"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The model’s outputs parameterize probability distributions.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Chord components (actions) are sampled from these distributions, representing the network’s chord choices for each time step.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Reward and Log Probabilities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Reward Components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Pitch Similarity Reward: Measures overlap between generated and true chords.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Rule-Based Reward: Enforces music theory principles (e.g., interval consonance and avoid </a:t>
            </a:r>
            <a:r>
              <a:rPr lang="es" sz="1600"/>
              <a:t>repeating</a:t>
            </a:r>
            <a:r>
              <a:rPr lang="es" sz="1600"/>
              <a:t> same chords).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Using Log Probabilities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Log probabilities quantify how likely the model is to choose a specific action.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These log probabilities are multiplied by discounted cumulative rewards to form the policy gradient loss.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This mechanism reinforces actions that lead to higher overall rewards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Exploration vs </a:t>
            </a:r>
            <a:r>
              <a:rPr lang="es"/>
              <a:t>exploitation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968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Exploration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Random sampling from various distributions allows the model to experiment with different chord structures.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Exploitation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Over time, the model adjusts its output distributions to favor actions (chord choices) that consistently yield higher rewards.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7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Exploration vs exploitation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968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Balance between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Mimicking Training Data: through the loss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Adhering to musical criteria: through the reward.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This is done through a beta (β) value that increases learnly so the complete loss for the model is: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loss= mean sum of β×-(probability of taking different actions × cumulative rewards)+(1−β)× loss (between ground truth and prediction)</a:t>
            </a:r>
            <a:endParaRPr sz="2000"/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So at the start the ground truth - prediction loss is more important than the rule based reward to compute the final loss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378425"/>
            <a:ext cx="8520600" cy="37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</a:t>
            </a:r>
            <a:r>
              <a:rPr lang="es"/>
              <a:t>onditional LSTM + Policy Gradient Reinforcement Learning: (initial melody is the conditioning)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First iteration 1 epoch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8016"/>
            <a:ext cx="9144001" cy="2076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Problems faced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The code was a mess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 had to rewrite lots of parts to make it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Training was super slow so i wasn’t able to see a fine-grain of how multiple hyperparameters affected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3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958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Original paper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 title="descarga (1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00" y="1430698"/>
            <a:ext cx="9144001" cy="239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3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Results</a:t>
            </a:r>
            <a:endParaRPr/>
          </a:p>
        </p:txBody>
      </p:sp>
      <p:pic>
        <p:nvPicPr>
          <p:cNvPr id="121" name="Google Shape;121;p23" title="testmel5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75" y="2824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Captura de pantalla 2025-03-11 a las 16.48.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350" y="804636"/>
            <a:ext cx="8000428" cy="19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23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72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Added temperature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Reward weight for consonance now is </a:t>
            </a:r>
            <a:r>
              <a:rPr lang="es"/>
              <a:t>higher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Putting betta higher (now rewards are more important)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Added a tonality rule to reward chords that share tonality with the melody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 title="descarga (1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83548"/>
            <a:ext cx="9144001" cy="239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23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Results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958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 title="Captura de pantalla 2025-03-11 a las 19.17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0" y="1773900"/>
            <a:ext cx="9017950" cy="21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 title="test2_sdic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25" y="42640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